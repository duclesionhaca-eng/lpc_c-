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74320"/>
            <a:ext cx="2743200" cy="4572000"/>
          </a:xfrm>
          <a:prstGeom prst="rect">
            <a:avLst/>
          </a:prstGeom>
          <a:solidFill>
            <a:srgbClr val="161B22">
              <a:alpha val="70000"/>
            </a:srgbClr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457200"/>
            <a:ext cx="1371600" cy="13716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2286000"/>
            <a:ext cx="1828800" cy="182880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73152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A78BFA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9600" dirty="0"/>
          </a:p>
        </p:txBody>
      </p:sp>
      <p:sp>
        <p:nvSpPr>
          <p:cNvPr id="8" name="Shape 6"/>
          <p:cNvSpPr/>
          <p:nvPr/>
        </p:nvSpPr>
        <p:spPr>
          <a:xfrm>
            <a:off x="457200" y="502920"/>
            <a:ext cx="5303520" cy="34747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LINGUAGENS DE PROGRAMAÇÃO E COMPILADORES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Programação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" y="22677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Sharp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27432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30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Delly Fontes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04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Ducleso Manuel Nhaca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78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José Paulino Júnior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" y="480060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Alfredo Muchanga  |  Maputo, Novembro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/  INTRODUÇÃO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C#?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8249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3677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Criada pela Microsoft, lançada em 2000 com .NET Framework 1.0.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5798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1226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Idealizada por Anders Hejlsberg no final dos anos 1990.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6334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58775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ser simples, segura e orientada a objetos.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06324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problemas como gestão manual de memória.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8444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5387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Usada em cloud, IA, jogos e sistemas corporativos.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914400"/>
            <a:ext cx="36576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914400"/>
            <a:ext cx="3657600" cy="34747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AMBIENTE BÁSICO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578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🛠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/ VS Code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(runtime multi-plataforma)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new  /  dotnet run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66360" y="2788920"/>
            <a:ext cx="3566160" cy="1417320"/>
          </a:xfrm>
          <a:prstGeom prst="rect">
            <a:avLst/>
          </a:prstGeom>
          <a:solidFill>
            <a:srgbClr val="0A0E14"/>
          </a:solidFill>
          <a:ln w="1270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83464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</a:t>
            </a:r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System;
</a:t>
            </a:r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{
</a:t>
            </a:r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void </a:t>
            </a:r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=&gt;
</a:t>
            </a:r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</a:t>
            </a:r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("Olá, C#!");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PRINCIPAIS CARACTERÍSTICAS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Moderna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499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Inspirada em C/C++/Java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819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Tipagem forte e segura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null-conditional, switch expressions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459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Async/await, LINQ, foreach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05840"/>
            <a:ext cx="91440" cy="18288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Multiparadigma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56048" y="1499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Orientada a objetos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56048" y="1819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Funcional e procedural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56048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Orientada a eventos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56048" y="2459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Generics e Delegates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017520"/>
            <a:ext cx="91440" cy="1828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108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" y="3511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Namespaces e Classes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3831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Structs e Generics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151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Attributes e Events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4471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Garbage Collector automático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41148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91440" cy="1828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108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56048" y="3511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Windows, Linux, macOS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56048" y="3831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.NET multiplataforma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56048" y="4151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Mobile com MAUI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56048" y="4471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Cloud e IoT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22D3EE">
              <a:alpha val="40000"/>
            </a:srgbClr>
          </a:solidFill>
          <a:ln w="12700">
            <a:solidFill>
              <a:srgbClr val="22D3EE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PRÓS &amp; CONTRAS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VANTAGENS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35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Produtividade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LINQ, IntelliSense e tipagem forte reduzem código repetitivo.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41148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Performance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e otimizações como Span&lt;T&gt; alcançam desempenho próximo ao nativo.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41148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07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Rico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desktop, jogos, cloud e IA — tudo integrado nativamente.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1148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Comunidade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suporte Microsoft e ampla disponibilidade de libs.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160520"/>
            <a:ext cx="41148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78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 reference types, tipagem forte e gestão automática de memória.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DESVANTAGENS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417320"/>
            <a:ext cx="41148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87171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356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MVC, Razor, Blazor e Minimal APIs exigem muito estudo inicial.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103120"/>
            <a:ext cx="41148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87171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do Runtime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introduz latência e maior consumo de memória vs. código nativo.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788920"/>
            <a:ext cx="41148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87171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807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Verbosidade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linhas que Python/Ruby em certas tarefas de objetos imutáveis.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474720"/>
            <a:ext cx="41148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87171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493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.NET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runtime instalado; self-contained gera executáveis maiores.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PROCESSO DE COMPILAÇÃO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15544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88720"/>
            <a:ext cx="1554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Fonte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5603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.cs escritos pelo desenvolvedor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37360" y="2432304"/>
            <a:ext cx="201168" cy="73152"/>
          </a:xfrm>
          <a:prstGeom prst="rect">
            <a:avLst/>
          </a:prstGeom>
          <a:solidFill>
            <a:srgbClr val="8B98B0"/>
          </a:solidFill>
          <a:ln w="12700">
            <a:solidFill>
              <a:srgbClr val="8B98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38528" y="1188720"/>
            <a:ext cx="15544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38528" y="1188720"/>
            <a:ext cx="155448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41448" y="1371600"/>
            <a:ext cx="548640" cy="548640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4144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29968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29968" y="25603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código em IL (código intermediário)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93008" y="2432304"/>
            <a:ext cx="201168" cy="73152"/>
          </a:xfrm>
          <a:prstGeom prst="rect">
            <a:avLst/>
          </a:prstGeom>
          <a:solidFill>
            <a:srgbClr val="8B98B0"/>
          </a:solidFill>
          <a:ln w="12700">
            <a:solidFill>
              <a:srgbClr val="8B98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94176" y="1188720"/>
            <a:ext cx="15544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94176" y="1188720"/>
            <a:ext cx="155448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97096" y="1371600"/>
            <a:ext cx="548640" cy="548640"/>
          </a:xfrm>
          <a:prstGeom prst="ellipse">
            <a:avLst/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9709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85616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Runtime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85616" y="25603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carrega o assembly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48656" y="2432304"/>
            <a:ext cx="201168" cy="73152"/>
          </a:xfrm>
          <a:prstGeom prst="rect">
            <a:avLst/>
          </a:prstGeom>
          <a:solidFill>
            <a:srgbClr val="8B98B0"/>
          </a:solidFill>
          <a:ln w="12700">
            <a:solidFill>
              <a:srgbClr val="8B98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9824" y="1188720"/>
            <a:ext cx="15544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E879F9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9824" y="1188720"/>
            <a:ext cx="1554480" cy="73152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52744" y="1371600"/>
            <a:ext cx="548640" cy="548640"/>
          </a:xfrm>
          <a:prstGeom prst="ellipse">
            <a:avLst/>
          </a:prstGeom>
          <a:solidFill>
            <a:srgbClr val="E879F9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52744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41264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Compiler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41264" y="25603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IL para código de máquina nativo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04304" y="2432304"/>
            <a:ext cx="201168" cy="73152"/>
          </a:xfrm>
          <a:prstGeom prst="rect">
            <a:avLst/>
          </a:prstGeom>
          <a:solidFill>
            <a:srgbClr val="8B98B0"/>
          </a:solidFill>
          <a:ln w="12700">
            <a:solidFill>
              <a:srgbClr val="8B98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5472" y="1188720"/>
            <a:ext cx="15544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05472" y="1188720"/>
            <a:ext cx="155448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08392" y="1371600"/>
            <a:ext cx="548640" cy="548640"/>
          </a:xfrm>
          <a:prstGeom prst="ellipse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0839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296912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Processador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96912" y="25603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Executa; GC gere memória automaticamente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compila para IL (linguagem intermediária) — não diretamente para código de máquina — garantindo portabilidade multiplataforma.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FBBF24">
              <a:alpha val="40000"/>
            </a:srgbClr>
          </a:solidFill>
          <a:ln w="12700">
            <a:solidFill>
              <a:srgbClr val="FBBF24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APLICAÇÕES &amp; CASOS DE USO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Domínios Populares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8288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Empresariais (ERPs)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463040"/>
            <a:ext cx="18288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88920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Web &amp; Cloud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18288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 com Unity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2240280"/>
            <a:ext cx="18288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8892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Desktop &amp; Mobile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18288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31089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&amp; BI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3017520"/>
            <a:ext cx="18288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788920" y="31089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IoT, Blockchain &amp; DevOps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914400"/>
            <a:ext cx="42976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E879F9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914400"/>
            <a:ext cx="4297680" cy="384048"/>
          </a:xfrm>
          <a:prstGeom prst="rect">
            <a:avLst/>
          </a:prstGeom>
          <a:solidFill>
            <a:srgbClr val="E879F9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9144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79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SOFTWARES CONHECIDOS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1435608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175564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709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(Cuphead, Hollow Knight)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207568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029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Pokémon GO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2395728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350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&amp; VS Code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2715768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670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Office 365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035808"/>
            <a:ext cx="82296" cy="822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990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Live &amp; SQL Server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3355848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3675888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630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Products &amp; AutoDesk Revit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3995928"/>
            <a:ext cx="82296" cy="822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950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Rider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879F9">
              <a:alpha val="40000"/>
            </a:srgbClr>
          </a:solidFill>
          <a:ln w="12700">
            <a:solidFill>
              <a:srgbClr val="E879F9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27432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61B22">
                    <a:alpha val="9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3152"/>
            <a:ext cx="566928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é uma linguagem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moderna, poderosa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versátil.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920240" cy="36576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Multiplataforma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2697480"/>
            <a:ext cx="1920240" cy="36576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Alta Performance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920240" cy="36576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Ecossistema .NET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3200400"/>
            <a:ext cx="1920240" cy="36576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Open-Source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github.com/duclesionhaca-eng/Lpc_C-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Linguagens de Programação e Compiladores — C#</dc:title>
  <dc:subject>PptxGenJS Presentation</dc:subject>
  <dc:creator>PptxGenJS</dc:creator>
  <cp:lastModifiedBy>PptxGenJS</cp:lastModifiedBy>
  <cp:revision>1</cp:revision>
  <dcterms:created xsi:type="dcterms:W3CDTF">2026-03-26T13:50:28Z</dcterms:created>
  <dcterms:modified xsi:type="dcterms:W3CDTF">2026-03-26T13:50:28Z</dcterms:modified>
</cp:coreProperties>
</file>